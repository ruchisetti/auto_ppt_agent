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F00"/>
                </a:solidFill>
              </a:rPr>
              <a:t>What is Shopping?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The act of buying goods and services.</a:t>
            </a:r>
          </a:p>
          <a:p>
            <a:r>
              <a:rPr sz="2200">
                <a:solidFill>
                  <a:srgbClr val="FFFFFF"/>
                </a:solidFill>
              </a:rPr>
              <a:t>It's a fundamental economic activity.</a:t>
            </a:r>
          </a:p>
          <a:p>
            <a:r>
              <a:rPr sz="2200">
                <a:solidFill>
                  <a:srgbClr val="FFFFFF"/>
                </a:solidFill>
              </a:rPr>
              <a:t>Can be for needs or wants.</a:t>
            </a:r>
          </a:p>
          <a:p>
            <a:r>
              <a:rPr sz="2200">
                <a:solidFill>
                  <a:srgbClr val="FFFFFF"/>
                </a:solidFill>
              </a:rPr>
              <a:t>A common leisure activity.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F00"/>
                </a:solidFill>
              </a:rPr>
              <a:t>Types of Shopping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Online shopping for convenience.</a:t>
            </a:r>
          </a:p>
          <a:p>
            <a:r>
              <a:rPr sz="2200">
                <a:solidFill>
                  <a:srgbClr val="FFFFFF"/>
                </a:solidFill>
              </a:rPr>
              <a:t>In-store shopping for experience.</a:t>
            </a:r>
          </a:p>
          <a:p>
            <a:r>
              <a:rPr sz="2200">
                <a:solidFill>
                  <a:srgbClr val="FFFFFF"/>
                </a:solidFill>
              </a:rPr>
              <a:t>Window shopping for inspiration.</a:t>
            </a:r>
          </a:p>
          <a:p>
            <a:r>
              <a:rPr sz="2200">
                <a:solidFill>
                  <a:srgbClr val="FFFFFF"/>
                </a:solidFill>
              </a:rPr>
              <a:t>Bargain hunting for deals.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F00"/>
                </a:solidFill>
              </a:rPr>
              <a:t>Benefits of Shopping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Fulfills essential needs.</a:t>
            </a:r>
          </a:p>
          <a:p>
            <a:r>
              <a:rPr sz="2200">
                <a:solidFill>
                  <a:srgbClr val="FFFFFF"/>
                </a:solidFill>
              </a:rPr>
              <a:t>Provides desired items.</a:t>
            </a:r>
          </a:p>
          <a:p>
            <a:r>
              <a:rPr sz="2200">
                <a:solidFill>
                  <a:srgbClr val="FFFFFF"/>
                </a:solidFill>
              </a:rPr>
              <a:t>Can boost mood and happiness.</a:t>
            </a:r>
          </a:p>
          <a:p>
            <a:r>
              <a:rPr sz="2200">
                <a:solidFill>
                  <a:srgbClr val="FFFFFF"/>
                </a:solidFill>
              </a:rPr>
              <a:t>Supports businesses and economy.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F00"/>
                </a:solidFill>
              </a:rPr>
              <a:t>Smart Shopping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Make a shopping list.</a:t>
            </a:r>
          </a:p>
          <a:p>
            <a:r>
              <a:rPr sz="2200">
                <a:solidFill>
                  <a:srgbClr val="FFFFFF"/>
                </a:solidFill>
              </a:rPr>
              <a:t>Compare prices before buying.</a:t>
            </a:r>
          </a:p>
          <a:p>
            <a:r>
              <a:rPr sz="2200">
                <a:solidFill>
                  <a:srgbClr val="FFFFFF"/>
                </a:solidFill>
              </a:rPr>
              <a:t>Look for discounts and sales.</a:t>
            </a:r>
          </a:p>
          <a:p>
            <a:r>
              <a:rPr sz="2200">
                <a:solidFill>
                  <a:srgbClr val="FFFFFF"/>
                </a:solidFill>
              </a:rPr>
              <a:t>Avoid impulse purchases.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F00"/>
                </a:solidFill>
              </a:rPr>
              <a:t>The Future of Shopping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Increasingly digital and personalized.</a:t>
            </a:r>
          </a:p>
          <a:p>
            <a:r>
              <a:rPr sz="2200">
                <a:solidFill>
                  <a:srgbClr val="FFFFFF"/>
                </a:solidFill>
              </a:rPr>
              <a:t>Augmented reality for virtual try-ons.</a:t>
            </a:r>
          </a:p>
          <a:p>
            <a:r>
              <a:rPr sz="2200">
                <a:solidFill>
                  <a:srgbClr val="FFFFFF"/>
                </a:solidFill>
              </a:rPr>
              <a:t>Faster delivery options.</a:t>
            </a:r>
          </a:p>
          <a:p>
            <a:r>
              <a:rPr sz="2200">
                <a:solidFill>
                  <a:srgbClr val="FFFFFF"/>
                </a:solidFill>
              </a:rPr>
              <a:t>Focus on sustainable choices.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