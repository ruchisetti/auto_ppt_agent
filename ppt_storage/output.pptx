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Our Solar System: A Cosmic Neighborhood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The Solar System is our home in the vast universe.</a:t>
            </a:r>
          </a:p>
          <a:p>
            <a:r>
              <a:rPr sz="2200">
                <a:solidFill>
                  <a:srgbClr val="FFFFFF"/>
                </a:solidFill>
              </a:rPr>
              <a:t>It consists of the Sun, planets, dwarf planets, moons, asteroids, and comets.</a:t>
            </a:r>
          </a:p>
          <a:p>
            <a:r>
              <a:rPr sz="2200">
                <a:solidFill>
                  <a:srgbClr val="FFFFFF"/>
                </a:solidFill>
              </a:rPr>
              <a:t>Everything orbits around our star, the Sun.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The Sun: The Heart of Our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The Sun is a star, a giant ball of hot gas.</a:t>
            </a:r>
          </a:p>
          <a:p>
            <a:r>
              <a:rPr sz="2200">
                <a:solidFill>
                  <a:srgbClr val="FFFFFF"/>
                </a:solidFill>
              </a:rPr>
              <a:t>It provides light and heat essential for life on Earth.</a:t>
            </a:r>
          </a:p>
          <a:p>
            <a:r>
              <a:rPr sz="2200">
                <a:solidFill>
                  <a:srgbClr val="FFFFFF"/>
                </a:solidFill>
              </a:rPr>
              <a:t>Its immense gravity holds the entire Solar System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The Inner Planets: Rocky Worlds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Mercury, Venus, Earth, and Mars are the inner, rocky planets.</a:t>
            </a:r>
          </a:p>
          <a:p>
            <a:r>
              <a:rPr sz="2200">
                <a:solidFill>
                  <a:srgbClr val="FFFFFF"/>
                </a:solidFill>
              </a:rPr>
              <a:t>They are closer to the Sun and have solid surfaces.</a:t>
            </a:r>
          </a:p>
          <a:p>
            <a:r>
              <a:rPr sz="2200">
                <a:solidFill>
                  <a:srgbClr val="FFFFFF"/>
                </a:solidFill>
              </a:rPr>
              <a:t>Earth is unique for having liquid water and supporting life.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The Outer Planets: Gas and Ice Giants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Jupiter, Saturn, Uranus, and Neptune are the outer planets.</a:t>
            </a:r>
          </a:p>
          <a:p>
            <a:r>
              <a:rPr sz="2200">
                <a:solidFill>
                  <a:srgbClr val="FFFFFF"/>
                </a:solidFill>
              </a:rPr>
              <a:t>They are much larger and composed mainly of gas and ice.</a:t>
            </a:r>
          </a:p>
          <a:p>
            <a:r>
              <a:rPr sz="2200">
                <a:solidFill>
                  <a:srgbClr val="FFFFFF"/>
                </a:solidFill>
              </a:rPr>
              <a:t>Saturn is famous for its prominent rings.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FFDF00"/>
                </a:solidFill>
              </a:rPr>
              <a:t>Beyond the Planets: Dwarf Planets and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8229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FFFFFF"/>
                </a:solidFill>
              </a:rPr>
              <a:t>The asteroid belt lies between Mars and Jupiter.</a:t>
            </a:r>
          </a:p>
          <a:p>
            <a:r>
              <a:rPr sz="2200">
                <a:solidFill>
                  <a:srgbClr val="FFFFFF"/>
                </a:solidFill>
              </a:rPr>
              <a:t>Dwarf planets like Pluto reside in the outer Solar System.</a:t>
            </a:r>
          </a:p>
          <a:p>
            <a:r>
              <a:rPr sz="2200">
                <a:solidFill>
                  <a:srgbClr val="FFFFFF"/>
                </a:solidFill>
              </a:rPr>
              <a:t>Comets and asteroids are remnants from the formation of the Solar System.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