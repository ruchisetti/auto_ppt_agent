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DF00"/>
                </a:solidFill>
              </a:rPr>
              <a:t>What is Cybersecurity?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FFFFFF"/>
                </a:solidFill>
              </a:rPr>
              <a:t>Protecting digital systems and data.</a:t>
            </a:r>
          </a:p>
          <a:p>
            <a:r>
              <a:rPr sz="2200">
                <a:solidFill>
                  <a:srgbClr val="FFFFFF"/>
                </a:solidFill>
              </a:rPr>
              <a:t>Defending against cyber threats.</a:t>
            </a:r>
          </a:p>
          <a:p>
            <a:r>
              <a:rPr sz="2200">
                <a:solidFill>
                  <a:srgbClr val="FFFFFF"/>
                </a:solidFill>
              </a:rPr>
              <a:t>Ensuring confidentiality, integrity, and availability.</a:t>
            </a:r>
          </a:p>
          <a:p>
            <a:r>
              <a:rPr sz="2200">
                <a:solidFill>
                  <a:srgbClr val="FFFFFF"/>
                </a:solidFill>
              </a:rPr>
              <a:t>Safeguarding against unauthorized access.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DF00"/>
                </a:solidFill>
              </a:rPr>
              <a:t>Common Cyber Threats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FFFFFF"/>
                </a:solidFill>
              </a:rPr>
              <a:t>Malware (viruses, ransomware).</a:t>
            </a:r>
          </a:p>
          <a:p>
            <a:r>
              <a:rPr sz="2200">
                <a:solidFill>
                  <a:srgbClr val="FFFFFF"/>
                </a:solidFill>
              </a:rPr>
              <a:t>Phishing and social engineering.</a:t>
            </a:r>
          </a:p>
          <a:p>
            <a:r>
              <a:rPr sz="2200">
                <a:solidFill>
                  <a:srgbClr val="FFFFFF"/>
                </a:solidFill>
              </a:rPr>
              <a:t>Denial-of-Service (DoS) attacks.</a:t>
            </a:r>
          </a:p>
          <a:p>
            <a:r>
              <a:rPr sz="2200">
                <a:solidFill>
                  <a:srgbClr val="FFFFFF"/>
                </a:solidFill>
              </a:rPr>
              <a:t>Data breaches and identity theft.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DF00"/>
                </a:solidFill>
              </a:rPr>
              <a:t>Key Cybersecurity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FFFFFF"/>
                </a:solidFill>
              </a:rPr>
              <a:t>Strong, unique passwords.</a:t>
            </a:r>
          </a:p>
          <a:p>
            <a:r>
              <a:rPr sz="2200">
                <a:solidFill>
                  <a:srgbClr val="FFFFFF"/>
                </a:solidFill>
              </a:rPr>
              <a:t>Enable multi-factor authentication.</a:t>
            </a:r>
          </a:p>
          <a:p>
            <a:r>
              <a:rPr sz="2200">
                <a:solidFill>
                  <a:srgbClr val="FFFFFF"/>
                </a:solidFill>
              </a:rPr>
              <a:t>Keep software updated.</a:t>
            </a:r>
          </a:p>
          <a:p>
            <a:r>
              <a:rPr sz="2200">
                <a:solidFill>
                  <a:srgbClr val="FFFFFF"/>
                </a:solidFill>
              </a:rPr>
              <a:t>Be cautious of suspicious links/emails.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DF00"/>
                </a:solidFill>
              </a:rPr>
              <a:t>Protecting Your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FFFFFF"/>
                </a:solidFill>
              </a:rPr>
              <a:t>Regularly back up important files.</a:t>
            </a:r>
          </a:p>
          <a:p>
            <a:r>
              <a:rPr sz="2200">
                <a:solidFill>
                  <a:srgbClr val="FFFFFF"/>
                </a:solidFill>
              </a:rPr>
              <a:t>Encrypt sensitive information.</a:t>
            </a:r>
          </a:p>
          <a:p>
            <a:r>
              <a:rPr sz="2200">
                <a:solidFill>
                  <a:srgbClr val="FFFFFF"/>
                </a:solidFill>
              </a:rPr>
              <a:t>Use secure networks (VPNs).</a:t>
            </a:r>
          </a:p>
          <a:p>
            <a:r>
              <a:rPr sz="2200">
                <a:solidFill>
                  <a:srgbClr val="FFFFFF"/>
                </a:solidFill>
              </a:rPr>
              <a:t>Limit personal information sharing.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DF00"/>
                </a:solidFill>
              </a:rPr>
              <a:t>The Importance of Cybersecurity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FFFFFF"/>
                </a:solidFill>
              </a:rPr>
              <a:t>Prevents financial losses.</a:t>
            </a:r>
          </a:p>
          <a:p>
            <a:r>
              <a:rPr sz="2200">
                <a:solidFill>
                  <a:srgbClr val="FFFFFF"/>
                </a:solidFill>
              </a:rPr>
              <a:t>Maintains trust and reputation.</a:t>
            </a:r>
          </a:p>
          <a:p>
            <a:r>
              <a:rPr sz="2200">
                <a:solidFill>
                  <a:srgbClr val="FFFFFF"/>
                </a:solidFill>
              </a:rPr>
              <a:t>Protects personal privacy.</a:t>
            </a:r>
          </a:p>
          <a:p>
            <a:r>
              <a:rPr sz="2200">
                <a:solidFill>
                  <a:srgbClr val="FFFFFF"/>
                </a:solidFill>
              </a:rPr>
              <a:t>Ensures business continuity.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